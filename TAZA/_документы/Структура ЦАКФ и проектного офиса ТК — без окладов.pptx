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/>
          <p:nvPr/>
        </p:nvCxnSpPr>
        <p:spPr>
          <a:xfrm>
            <a:off x="8470900" y="4216400"/>
            <a:ext cx="0" cy="21844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3208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663700"/>
            <a:ext cx="0" cy="1905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6637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663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 smtClean="0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4732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smtClean="0">
                <a:solidFill>
                  <a:srgbClr val="1F3864"/>
                </a:solidFill>
                <a:latin typeface="Segoe UI" panose="020B0502040204020203" pitchFamily="34" charset="0"/>
              </a:rPr>
              <a:t>Зам. ГИД по стратегии и проектам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54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Ахантаева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Сундетбай Сандугаш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Сандыбаева Сандугаш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социолог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Ашимханова Дана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244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Өміртай Амалбек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Абенов Алибек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Дизайнер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28600" y="5740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в 2026 — 18, в 2027 — +12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 (молодёжь, НПО)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Ә.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683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 2026 году — 18 чел.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12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900" smtClean="0">
                <a:solidFill>
                  <a:srgbClr val="1F3864"/>
                </a:solidFill>
                <a:latin typeface="Segoe UI" panose="020B0502040204020203" pitchFamily="34" charset="0"/>
              </a:rPr>
              <a:t>Менеджер проектов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 smtClean="0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(1+3)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</a:p>
        </p:txBody>
      </p:sp>
      <p:cxnSp>
        <p:nvCxnSpPr>
          <p:cNvPr id="111" name="Линия 425"/>
          <p:cNvCxnSpPr/>
          <p:nvPr/>
        </p:nvCxnSpPr>
        <p:spPr>
          <a:xfrm>
            <a:off x="9321800" y="3937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</Words>
  <Application>Microsoft Office PowerPoint</Application>
  <PresentationFormat>Широкоэкранный</PresentationFormat>
  <Paragraphs>74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16</cp:revision>
  <dcterms:created xsi:type="dcterms:W3CDTF">2026-09-18T11:34:00Z</dcterms:created>
  <dcterms:modified xsi:type="dcterms:W3CDTF">2026-10-14T08:55:36Z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