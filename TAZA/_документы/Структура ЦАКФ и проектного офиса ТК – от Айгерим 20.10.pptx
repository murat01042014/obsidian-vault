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229100"/>
            <a:ext cx="0" cy="21717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358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2" name="Линия 422"/>
          <p:cNvCxnSpPr/>
          <p:nvPr/>
        </p:nvCxnSpPr>
        <p:spPr>
          <a:xfrm>
            <a:off x="60071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1" name="Линия 421"/>
          <p:cNvCxnSpPr/>
          <p:nvPr/>
        </p:nvCxnSpPr>
        <p:spPr>
          <a:xfrm>
            <a:off x="6007100" y="1854200"/>
            <a:ext cx="24384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20" name="Линия 420"/>
          <p:cNvCxnSpPr/>
          <p:nvPr/>
        </p:nvCxnSpPr>
        <p:spPr>
          <a:xfrm>
            <a:off x="8445500" y="1854200"/>
            <a:ext cx="0" cy="508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9" name="Линия 419"/>
          <p:cNvCxnSpPr/>
          <p:nvPr/>
        </p:nvCxnSpPr>
        <p:spPr>
          <a:xfrm>
            <a:off x="8445500" y="1854200"/>
            <a:ext cx="11049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8" name="Линия 418"/>
          <p:cNvCxnSpPr/>
          <p:nvPr/>
        </p:nvCxnSpPr>
        <p:spPr>
          <a:xfrm>
            <a:off x="9550400" y="1663700"/>
            <a:ext cx="0" cy="1905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7" name="Линия 417"/>
          <p:cNvCxnSpPr/>
          <p:nvPr/>
        </p:nvCxnSpPr>
        <p:spPr>
          <a:xfrm>
            <a:off x="9550400" y="1663700"/>
            <a:ext cx="50800" cy="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924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7084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3111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7813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5908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543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3495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663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23241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4732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Зам. ГИД по стратегии и проектам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21082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3782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7592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окт.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971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октября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1 200 000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6416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</a:t>
            </a:r>
          </a:p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- Экспертный совет (1+3)</a:t>
            </a:r>
            <a:endParaRPr lang="ru-RU" sz="75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Юнусов Т.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