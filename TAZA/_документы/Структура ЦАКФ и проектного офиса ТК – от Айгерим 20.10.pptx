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826000"/>
            <a:ext cx="0" cy="1574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9558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4318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/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4572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