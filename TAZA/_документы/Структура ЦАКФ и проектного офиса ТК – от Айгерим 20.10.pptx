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4495800"/>
            <a:ext cx="0" cy="1905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147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625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Советник ГИД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Национальный координатор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b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С.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Алибек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· 1 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.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ru-RU" sz="900" b="1" dirty="0">
                <a:solidFill>
                  <a:srgbClr val="1F3864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22, дек. — +1,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7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987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615 000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5560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615 000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22 чел., с декабря 2026 года — ещё 1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b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1 000 000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  <a:endParaRPr lang="ru-RU" sz="7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ГИД Қаражан Е.Н.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241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37465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2240</Words>
  <Application>WPS Presentation</Application>
  <PresentationFormat>Широкоэкранный</PresentationFormat>
  <Paragraphs>129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Segoe UI</vt:lpstr>
      <vt:lpstr>Calibri</vt:lpstr>
      <vt:lpstr>Microsoft YaHei</vt:lpstr>
      <vt:lpstr>Arial Unicode MS</vt:lpstr>
      <vt:lpstr>Calibri Light</vt:lpstr>
      <vt:lpstr>Тема Office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User</cp:lastModifiedBy>
  <cp:revision>21</cp:revision>
  <dcterms:created xsi:type="dcterms:W3CDTF">2026-09-18T11:34:00Z</dcterms:created>
  <dcterms:modified xsi:type="dcterms:W3CDTF">2026-10-23T11:12:35Z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