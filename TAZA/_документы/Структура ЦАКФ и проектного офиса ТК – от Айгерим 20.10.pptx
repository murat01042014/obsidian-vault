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229100"/>
            <a:ext cx="0" cy="21717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358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21, дек. — +2,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21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(1+3)</a:t>
            </a: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