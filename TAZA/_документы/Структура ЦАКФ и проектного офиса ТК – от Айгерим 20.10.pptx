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5207000"/>
            <a:ext cx="0" cy="1193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4544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2260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23, дек. — +2, 2027 — +5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45466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8354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23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5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876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41656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