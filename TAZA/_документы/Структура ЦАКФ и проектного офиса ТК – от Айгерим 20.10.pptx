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31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вакансия — 1 (исп. ГИД), аутсорс — 7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30 чел. + вакансия (исп. ГИД)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(1+4)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