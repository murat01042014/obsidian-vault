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cxnSpLocks/>
            <a:stCxn id="308" idx="2"/>
          </p:cNvCxnSpPr>
          <p:nvPr/>
        </p:nvCxnSpPr>
        <p:spPr>
          <a:xfrm>
            <a:off x="8470900" y="4229100"/>
            <a:ext cx="0" cy="21717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782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>
            <a:cxnSpLocks/>
          </p:cNvCxnSpPr>
          <p:nvPr/>
        </p:nvCxnSpPr>
        <p:spPr>
          <a:xfrm>
            <a:off x="9398000" y="2616200"/>
            <a:ext cx="0" cy="1358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270000"/>
            <a:ext cx="2768600" cy="27940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kk-KZ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C.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kk-KZ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: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Б,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kk-KZ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21, дек. — +2,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7211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Эксперт по отходам/воде/воздуху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Эксперт-эколог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21 чел., с декабря 2026 года — ещё 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Менеджер проектов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1 000 000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</a:t>
            </a:r>
          </a:p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- Экспертный совет (1+3)</a:t>
            </a:r>
            <a:endParaRPr lang="ru-RU" sz="75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>
            <a:extLst>
              <a:ext uri="{FF2B5EF4-FFF2-40B4-BE49-F238E27FC236}">
                <a16:creationId xmlns:a16="http://schemas.microsoft.com/office/drawing/2014/main" id="{336AD273-53A0-C6AA-7461-B3A96422AB21}"/>
              </a:ext>
            </a:extLst>
          </p:cNvPr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>
            <a:extLst>
              <a:ext uri="{FF2B5EF4-FFF2-40B4-BE49-F238E27FC236}">
                <a16:creationId xmlns:a16="http://schemas.microsoft.com/office/drawing/2014/main" id="{7C366BE1-F4BC-1023-D5D7-017BFC9E40A2}"/>
              </a:ext>
            </a:extLst>
          </p:cNvPr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</a:p>
        </p:txBody>
      </p:sp>
      <p:cxnSp>
        <p:nvCxnSpPr>
          <p:cNvPr id="12" name="Линия 425">
            <a:extLst>
              <a:ext uri="{FF2B5EF4-FFF2-40B4-BE49-F238E27FC236}">
                <a16:creationId xmlns:a16="http://schemas.microsoft.com/office/drawing/2014/main" id="{AD76B413-4769-5E41-CC9B-90090C0E5C57}"/>
              </a:ext>
            </a:extLst>
          </p:cNvPr>
          <p:cNvCxnSpPr/>
          <p:nvPr/>
        </p:nvCxnSpPr>
        <p:spPr>
          <a:xfrm>
            <a:off x="9321800" y="39751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475</Words>
  <Application>Microsoft Macintosh PowerPoint</Application>
  <PresentationFormat>Широкоэкранный</PresentationFormat>
  <Paragraphs>79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Segoe UI</vt:lpstr>
      <vt:lpstr>Тема Office</vt:lpstr>
      <vt:lpstr>Презентация PowerPoint</vt:lpstr>
    </vt:vector>
  </TitlesOfParts>
  <Company>CACF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Aiema Serikzhanova</cp:lastModifiedBy>
  <cp:revision>20</cp:revision>
  <dcterms:created xsi:type="dcterms:W3CDTF">2026-09-18T11:34:00Z</dcterms:created>
  <dcterms:modified xsi:type="dcterms:W3CDTF">2026-10-20T07:36:40Z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