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DF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47"/>
    <p:restoredTop sz="94692"/>
  </p:normalViewPr>
  <p:slideViewPr>
    <p:cSldViewPr snapToGrid="0">
      <p:cViewPr>
        <p:scale>
          <a:sx n="88" d="100"/>
          <a:sy n="88" d="100"/>
        </p:scale>
        <p:origin x="-336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cxnSpLocks/>
            <a:stCxn id="308" idx="2"/>
          </p:cNvCxnSpPr>
          <p:nvPr/>
        </p:nvCxnSpPr>
        <p:spPr>
          <a:xfrm>
            <a:off x="8470900" y="4229100"/>
            <a:ext cx="0" cy="21717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782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>
            <a:cxnSpLocks/>
          </p:cNvCxnSpPr>
          <p:nvPr/>
        </p:nvCxnSpPr>
        <p:spPr>
          <a:xfrm>
            <a:off x="9398000" y="2616200"/>
            <a:ext cx="0" cy="1358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2" name="Линия 422"/>
          <p:cNvCxnSpPr/>
          <p:nvPr/>
        </p:nvCxnSpPr>
        <p:spPr>
          <a:xfrm>
            <a:off x="6007100" y="1854200"/>
            <a:ext cx="0" cy="508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21" name="Линия 421"/>
          <p:cNvCxnSpPr/>
          <p:nvPr/>
        </p:nvCxnSpPr>
        <p:spPr>
          <a:xfrm>
            <a:off x="6007100" y="1854200"/>
            <a:ext cx="24384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20" name="Линия 420"/>
          <p:cNvCxnSpPr/>
          <p:nvPr/>
        </p:nvCxnSpPr>
        <p:spPr>
          <a:xfrm>
            <a:off x="8445500" y="1854200"/>
            <a:ext cx="0" cy="508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9" name="Линия 419"/>
          <p:cNvCxnSpPr/>
          <p:nvPr/>
        </p:nvCxnSpPr>
        <p:spPr>
          <a:xfrm>
            <a:off x="8445500" y="1854200"/>
            <a:ext cx="1104900" cy="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8" name="Линия 418"/>
          <p:cNvCxnSpPr/>
          <p:nvPr/>
        </p:nvCxnSpPr>
        <p:spPr>
          <a:xfrm>
            <a:off x="9550400" y="1663700"/>
            <a:ext cx="0" cy="1905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7" name="Линия 417"/>
          <p:cNvCxnSpPr/>
          <p:nvPr/>
        </p:nvCxnSpPr>
        <p:spPr>
          <a:xfrm>
            <a:off x="9550400" y="1663700"/>
            <a:ext cx="50800" cy="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9243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7084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3111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7813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5908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543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3495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663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23241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4732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1F3864"/>
                </a:solidFill>
                <a:latin typeface="Segoe UI" panose="020B0502040204020203" pitchFamily="34" charset="0"/>
              </a:rPr>
              <a:t>Зам. ГИД по стратегии и проектам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21082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3782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7592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</a:p>
          <a:p>
            <a:pPr algn="ctr">
              <a:lnSpc>
                <a:spcPct val="90000"/>
              </a:lnSpc>
            </a:pP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270000"/>
            <a:ext cx="2768600" cy="27940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Национальный координатор</a:t>
            </a: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Тастан Нұрбол</a:t>
            </a:r>
            <a:b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 err="1">
                <a:latin typeface="Segoe UI" panose="020B0502040204020203" pitchFamily="34" charset="0"/>
              </a:rPr>
              <a:t>Өміртай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kk-KZ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Сағынұлы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C.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Абенов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А.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· 1 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kk-KZ" sz="10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Нурканат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Арманов Р</a:t>
            </a:r>
            <a:r>
              <a:rPr lang="ru-RU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: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А.</a:t>
            </a:r>
            <a:r>
              <a:rPr lang="ru-RU" sz="900" b="1" dirty="0">
                <a:solidFill>
                  <a:srgbClr val="1F3864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latin typeface="Segoe UI" panose="020B0502040204020203" pitchFamily="34" charset="0"/>
              </a:rPr>
              <a:t>Мирам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Б,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kk-KZ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Найла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21, дек. — +2, 2027 — +7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Нуржау</a:t>
            </a:r>
            <a:r>
              <a:rPr lang="ru-RU" sz="1000" b="1" dirty="0">
                <a:latin typeface="Segoe UI" panose="020B0502040204020203" pitchFamily="34" charset="0"/>
              </a:rPr>
              <a:t> М.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7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7211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Эксперт по отходам/воде/воздуху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Эксперт-эколог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Анастасия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971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21 чел., с декабря 2026 года — ещё 2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7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Менеджер проектов</a:t>
            </a:r>
            <a:b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</a:b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1 200 000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6416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</a:t>
            </a:r>
          </a:p>
          <a:p>
            <a:pPr algn="ctr">
              <a:lnSpc>
                <a:spcPct val="90000"/>
              </a:lnSpc>
            </a:pPr>
            <a:r>
              <a:rPr lang="ru-RU" sz="750" b="1">
                <a:solidFill>
                  <a:srgbClr val="FFFFFF"/>
                </a:solidFill>
                <a:latin typeface="Segoe UI" panose="020B0502040204020203" pitchFamily="34" charset="0"/>
              </a:rPr>
              <a:t>- Экспертный совет (1+3)</a:t>
            </a:r>
            <a:endParaRPr lang="ru-RU" sz="75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Юнусов Т.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1 100 000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Легенда 2027">
            <a:extLst>
              <a:ext uri="{FF2B5EF4-FFF2-40B4-BE49-F238E27FC236}">
                <a16:creationId xmlns:a16="http://schemas.microsoft.com/office/drawing/2014/main" id="{336AD273-53A0-C6AA-7461-B3A96422AB21}"/>
              </a:ext>
            </a:extLst>
          </p:cNvPr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>
            <a:extLst>
              <a:ext uri="{FF2B5EF4-FFF2-40B4-BE49-F238E27FC236}">
                <a16:creationId xmlns:a16="http://schemas.microsoft.com/office/drawing/2014/main" id="{7C366BE1-F4BC-1023-D5D7-017BFC9E40A2}"/>
              </a:ext>
            </a:extLst>
          </p:cNvPr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</a:p>
        </p:txBody>
      </p:sp>
      <p:cxnSp>
        <p:nvCxnSpPr>
          <p:cNvPr id="12" name="Линия 425">
            <a:extLst>
              <a:ext uri="{FF2B5EF4-FFF2-40B4-BE49-F238E27FC236}">
                <a16:creationId xmlns:a16="http://schemas.microsoft.com/office/drawing/2014/main" id="{AD76B413-4769-5E41-CC9B-90090C0E5C57}"/>
              </a:ext>
            </a:extLst>
          </p:cNvPr>
          <p:cNvCxnSpPr/>
          <p:nvPr/>
        </p:nvCxnSpPr>
        <p:spPr>
          <a:xfrm>
            <a:off x="9321800" y="39751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</TotalTime>
  <Words>475</Words>
  <Application>Microsoft Macintosh PowerPoint</Application>
  <PresentationFormat>Широкоэкранный</PresentationFormat>
  <Paragraphs>79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Segoe UI</vt:lpstr>
      <vt:lpstr>Тема Office</vt:lpstr>
      <vt:lpstr>Презентация PowerPoint</vt:lpstr>
    </vt:vector>
  </TitlesOfParts>
  <Company>CACF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Aiema Serikzhanova</cp:lastModifiedBy>
  <cp:revision>20</cp:revision>
  <dcterms:created xsi:type="dcterms:W3CDTF">2026-09-18T11:34:00Z</dcterms:created>
  <dcterms:modified xsi:type="dcterms:W3CDTF">2026-10-20T07:36:40Z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5EA30585C6FB4EF0B433EC282E486D0D_13</vt:lpwstr>
  </property>
  <property fmtid="{D5CDD505-2E9C-101B-9397-08002B2CF9AE}" pid="3" name="KSOProductBuildVer">
    <vt:lpwstr>1049-12.2.0.23206</vt:lpwstr>
  </property>
</Properties>
</file>