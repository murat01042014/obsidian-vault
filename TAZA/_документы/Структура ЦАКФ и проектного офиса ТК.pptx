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57404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3434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1214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/>
          <p:nvPr/>
        </p:nvCxnSpPr>
        <p:spPr>
          <a:xfrm>
            <a:off x="8470900" y="3479800"/>
            <a:ext cx="0" cy="26416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715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2451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48641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4323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39116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35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279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3368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34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37846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225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667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3368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5740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346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4953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559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165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3771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378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29845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590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3368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225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667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336800"/>
            <a:ext cx="0" cy="8890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549400"/>
            <a:ext cx="0" cy="762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5494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549400"/>
            <a:ext cx="0" cy="762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5494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549400"/>
            <a:ext cx="0" cy="177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7272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4605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4605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2954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01981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8763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7493000" y="1168400"/>
            <a:ext cx="21082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42799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40640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467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31369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9464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1" name="Линия 401"/>
          <p:cNvCxnSpPr/>
          <p:nvPr/>
        </p:nvCxnSpPr>
        <p:spPr>
          <a:xfrm>
            <a:off x="11607800" y="22098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0" name="Линия 400"/>
          <p:cNvCxnSpPr/>
          <p:nvPr/>
        </p:nvCxnSpPr>
        <p:spPr>
          <a:xfrm>
            <a:off x="11633200" y="2006600"/>
            <a:ext cx="0" cy="2032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8989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705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816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447800"/>
            <a:ext cx="0" cy="2451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914400"/>
            <a:ext cx="0" cy="101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2" name="Рисунок 1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76200"/>
            <a:ext cx="1219200" cy="419100"/>
          </a:xfrm>
          <a:prstGeom prst="rect">
            <a:avLst/>
          </a:prstGeom>
        </p:spPr>
      </p:pic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08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58800"/>
            <a:ext cx="2362200" cy="355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10160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6256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(стратегия,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4638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7338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41148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711200"/>
            <a:ext cx="2768600" cy="3302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0414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8509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041400"/>
            <a:ext cx="17780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6256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0828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Ахантаева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6256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0828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6256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0828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Сундетбай Сандугаш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413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2971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Сандыбаева Сандугаш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5306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социолог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Ашимханова Дана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08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28067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24400" y="4775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Өміртай Амалбек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200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594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3987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Абенов Алибек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168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562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540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09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6576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2164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6990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0800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Дизайнер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28600" y="5461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23, с 02.2027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381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 (молодёжь, НПО)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Ә.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2971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24130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8890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33274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2992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23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9601200" y="2057400"/>
            <a:ext cx="2006600" cy="3048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Менеджер проектов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1 200 000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9972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6256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Экспертная группа (1+2)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0828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413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2084</Words>
  <Application>WPS Presentation</Application>
  <PresentationFormat>Произвольный</PresentationFormat>
  <Paragraphs>122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9</cp:revision>
  <dcterms:created xsi:type="dcterms:W3CDTF">2026-09-18T11:34:00Z</dcterms:created>
  <dcterms:modified xsi:type="dcterms:W3CDTF">2026-10-01T06:16:17Z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