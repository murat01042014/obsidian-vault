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/>
          <p:nvPr/>
        </p:nvCxnSpPr>
        <p:spPr>
          <a:xfrm>
            <a:off x="8470900" y="3759200"/>
            <a:ext cx="0" cy="26416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505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9464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8890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8542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8542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460500"/>
            <a:ext cx="0" cy="393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4605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924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7084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111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781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5908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1" name="Линия 401"/>
          <p:cNvCxnSpPr/>
          <p:nvPr/>
        </p:nvCxnSpPr>
        <p:spPr>
          <a:xfrm>
            <a:off x="11607800" y="18542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0" name="Линия 400"/>
          <p:cNvCxnSpPr/>
          <p:nvPr/>
        </p:nvCxnSpPr>
        <p:spPr>
          <a:xfrm>
            <a:off x="11633200" y="1651000"/>
            <a:ext cx="0" cy="2032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543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349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460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2324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2" name="Рисунок 1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9600" y="76200"/>
            <a:ext cx="1219200" cy="419100"/>
          </a:xfrm>
          <a:prstGeom prst="rect">
            <a:avLst/>
          </a:prstGeom>
        </p:spPr>
      </p:pic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2700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(стратегия,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1082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3782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7592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Ахантаева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Сундетбай Сандугаш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Сандыбаева Сандугаш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социолог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Ашимханова Дана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244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Өміртай Амалбек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Абенов Алибек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Дизайнер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28600" y="5740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в 2026 — 18, в 2027 — +12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 (молодёжь, НПО)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Ә.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251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26924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971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 2026 году — 18 чел.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12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9601200" y="1701800"/>
            <a:ext cx="2006600" cy="3048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Менеджер проектов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1 200 000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6416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Экспертная группа (1+2)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2084</Words>
  <Application>WPS Presentation</Application>
  <PresentationFormat>Произвольный</PresentationFormat>
  <Paragraphs>122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9</cp:revision>
  <dcterms:created xsi:type="dcterms:W3CDTF">2026-09-18T11:34:00Z</dcterms:created>
  <dcterms:modified xsi:type="dcterms:W3CDTF">2026-10-01T06:16:17Z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