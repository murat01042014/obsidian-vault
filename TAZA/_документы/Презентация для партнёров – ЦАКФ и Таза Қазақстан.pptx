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Действующие направления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Перспективные направления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Офсеты и климатическое финансирование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«Зелёные школы» с ЮНИСЕФ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14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